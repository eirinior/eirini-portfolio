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Stockholm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Rent (1BR)</c:v>
                </c:pt>
                <c:pt idx="1">
                  <c:v>Groceries</c:v>
                </c:pt>
                <c:pt idx="2">
                  <c:v>Transport</c:v>
                </c:pt>
                <c:pt idx="3">
                  <c:v>Entertainment</c:v>
                </c:pt>
                <c:pt idx="4">
                  <c:v>Internet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12000</c:v>
                </c:pt>
                <c:pt idx="1">
                  <c:v>3500</c:v>
                </c:pt>
                <c:pt idx="2">
                  <c:v>950</c:v>
                </c:pt>
                <c:pt idx="3">
                  <c:v>1500</c:v>
                </c:pt>
                <c:pt idx="4">
                  <c:v>350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Smaller Cities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Rent (1BR)</c:v>
                </c:pt>
                <c:pt idx="1">
                  <c:v>Groceries</c:v>
                </c:pt>
                <c:pt idx="2">
                  <c:v>Transport</c:v>
                </c:pt>
                <c:pt idx="3">
                  <c:v>Entertainment</c:v>
                </c:pt>
                <c:pt idx="4">
                  <c:v>Internet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8000</c:v>
                </c:pt>
                <c:pt idx="1">
                  <c:v>3000</c:v>
                </c:pt>
                <c:pt idx="2">
                  <c:v>800</c:v>
                </c:pt>
                <c:pt idx="3">
                  <c:v>1200</c:v>
                </c:pt>
                <c:pt idx="4">
                  <c:v>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Life in Sweden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Nordic Adventure</a:t>
            </a:r>
          </a:p>
          <a:p>
            <a:r>
              <a:t>Demo created with PowerPoint MCP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Swedish Culture &amp; Traditions</a:t>
            </a:r>
          </a:p>
          <a:p>
            <a:pPr/>
            <a:r>
              <a:t>Cost of Living Comparison</a:t>
            </a:r>
          </a:p>
          <a:p>
            <a:pPr/>
            <a:r>
              <a:t>Climate Throughout the Year</a:t>
            </a:r>
          </a:p>
          <a:p>
            <a:pPr/>
            <a:r>
              <a:t>Popular Activities &amp; Attractions</a:t>
            </a:r>
          </a:p>
          <a:p>
            <a:pPr/>
            <a:r>
              <a:t>Work-Life Balance Statistics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Swedish Culture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Sweden vs European Neighbors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Sweden 🇸🇪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Population: ~10.5M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Work hours: 40h/week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Vacation days: 25+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Parental leave: 480 days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Fika culture 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EU Average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Varies widely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Work hours: 35-45h/week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Vacation days: 20-25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Parental leave: varies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Less structured breaks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Average Monthly Costs (SEK)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 Year in Sweden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Jan-Feb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❄️ Polar nights &amp; skiing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Mar-Apr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🌷 Spring awakening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May-Jun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🌞 Midnight sun begins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828800" cy="4572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Jul-Aug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490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☀️ Summer holidays &amp; festivals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Sep-Oct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🍂 Autumn colors &amp; coziness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828800" cy="4572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Nov-Dec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🎄 Christmas markets &amp; lights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Top Swedish Cities to Live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Population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Known For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Vibe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Stockholm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975K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Capital, Islands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Cosmopolitan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Gothenburg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Coast, Food 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Laid-back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Malmö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Diversity,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International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Uppsala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University,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Academic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Science, 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Student City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Moving to Sweden: The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4572000" cy="7315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1. Get job offer or admission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210312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0" y="2377440"/>
            <a:ext cx="4572000" cy="7315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2. Apply for residence permit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31089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86000" y="3383280"/>
            <a:ext cx="4572000" cy="7315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3. Register with Skatteverket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411480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86000" y="4389120"/>
            <a:ext cx="4572000" cy="7315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4. Get Swedish ID (personnummer)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512064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86000" y="5394960"/>
            <a:ext cx="4572000" cy="7315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5. Enjoy Swedish life! 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Swedish Traditions You'll Love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Fika - Coffee break culture (sacred!)</a:t>
            </a:r>
          </a:p>
          <a:p>
            <a:pPr/>
            <a:r>
              <a:t>Midsummer - Dancing around maypoles</a:t>
            </a:r>
          </a:p>
          <a:p>
            <a:pPr/>
            <a:r>
              <a:t>Crayfish parties in August</a:t>
            </a:r>
          </a:p>
          <a:p>
            <a:pPr/>
            <a:r>
              <a:t>Lucia procession in December</a:t>
            </a:r>
          </a:p>
          <a:p>
            <a:pPr/>
            <a:r>
              <a:t>Allemansrätten - Freedom to roam nature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Want to Learn More?</a:t>
            </a:r>
          </a:p>
        </p:txBody>
      </p:sp>
      <p:pic>
        <p:nvPicPr>
          <p:cNvPr id="3" name="Picture 2" descr="qr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Scan to visit the PowerPoint MCP Server</a:t>
            </a:r>
          </a:p>
          <a:p>
            <a:r>
              <a:t>GitHub Repository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457200" cy="45720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914400"/>
            <a:ext cx="457200" cy="45720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5486400"/>
            <a:ext cx="457200" cy="45720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5486400"/>
            <a:ext cx="457200" cy="45720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800" y="457200"/>
            <a:ext cx="457200" cy="45720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Tack så mycket!</a:t>
            </a:r>
          </a:p>
          <a:p>
            <a:pPr algn="ctr">
              <a:defRPr sz="2800">
                <a:solidFill>
                  <a:srgbClr val="FFD700"/>
                </a:solidFill>
              </a:defRPr>
            </a:pPr>
            <a:r>
              <a:t>Thank you very much!</a:t>
            </a:r>
          </a:p>
          <a:p>
            <a:br/>
            <a:br/>
            <a:pPr algn="ctr">
              <a:defRPr sz="1400">
                <a:solidFill>
                  <a:srgbClr val="FFFFFF"/>
                </a:solidFill>
              </a:defRPr>
            </a:pPr>
            <a:r>
              <a:t>Created with PowerPoint MCP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